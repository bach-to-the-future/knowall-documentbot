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fell to 3.1 percent.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 the reporting pipeline before the freeze.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